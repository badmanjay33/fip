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53c894b9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53c894b9a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0500" y="1695450"/>
            <a:ext cx="11811000" cy="1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75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GEN AI and machine </a:t>
            </a:r>
            <a:r>
              <a:rPr lang="en-US" sz="5375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</a:t>
            </a:r>
            <a:r>
              <a:rPr lang="en-US" sz="5375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techniques</a:t>
            </a:r>
            <a:endParaRPr sz="100"/>
          </a:p>
        </p:txBody>
      </p:sp>
      <p:sp>
        <p:nvSpPr>
          <p:cNvPr id="85" name="Google Shape;85;p13"/>
          <p:cNvSpPr txBox="1"/>
          <p:nvPr/>
        </p:nvSpPr>
        <p:spPr>
          <a:xfrm>
            <a:off x="1005900" y="3711675"/>
            <a:ext cx="101802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Jason Chundusu</a:t>
            </a:r>
            <a:r>
              <a:rPr b="0" i="0" lang="en-US" sz="27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sz="270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Module 5</a:t>
            </a:r>
            <a:endParaRPr sz="230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845915"/>
            <a:ext cx="35559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845915"/>
            <a:ext cx="35559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4900" y="1845915"/>
            <a:ext cx="355595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243786" y="2922240"/>
            <a:ext cx="18302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Collect Data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66750" y="3617565"/>
            <a:ext cx="2984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Gathering raw, unstructured information from various sources to form the foundation of learning.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115728" y="2922240"/>
            <a:ext cx="196024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Prepare Data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603700" y="3617565"/>
            <a:ext cx="2984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Cleaning and shaping the data so a machine can understand it, removing inconsistencies.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82682" y="2922240"/>
            <a:ext cx="190023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Train Model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40650" y="3617565"/>
            <a:ext cx="2984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Feeding the processed data into an algorithm to discover patterns and build predictive capabilities.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8875" y="218881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676" y="218881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04201" y="218881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ML Pipeline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45915"/>
            <a:ext cx="5476875" cy="4631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855440"/>
            <a:ext cx="5457825" cy="461203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2036415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Pandas: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The go-to Python tool for shaping, cleaning, and analyzing datasets.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62000" y="2741265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Scikit-Learn: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The essential library for training and testing regression and classification models.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3446115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Jupyter / VS Code:</a:t>
            </a:r>
            <a:r>
              <a:rPr b="0" i="0" lang="en-US" sz="13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The interactive playground for writing and executing ML code in cells.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0745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277936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000" y="348421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Tools for Classic ML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/>
        </p:nvSpPr>
        <p:spPr>
          <a:xfrm>
            <a:off x="381000" y="1569392"/>
            <a:ext cx="5476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Using real-world data, like the USDA pumpkin pricing dataset, requires critical cleaning steps before regression: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650" y="1407467"/>
            <a:ext cx="5457825" cy="55079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1082635" y="1483667"/>
            <a:ext cx="642639" cy="18097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Getty Images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2426642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Checking for missing, null, or corrupted values.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2874317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Standardizing formats (e.g., converting US date strings into extractable month integers).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3579167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Filtering the dataset down to only the columns needed for the specific task.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46474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91241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361726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381000" y="-66972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Preparation in Practice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845915"/>
            <a:ext cx="5476875" cy="4631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45915"/>
            <a:ext cx="5476875" cy="46310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644128" y="3213645"/>
            <a:ext cx="49506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Extraction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62000" y="3908970"/>
            <a:ext cx="47148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Transforming raw data into numerical representations the math can actually process. This involves translating categories, text, or dates into distinct mathematical features.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597253" y="3342233"/>
            <a:ext cx="49506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Data Selection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15125" y="4037558"/>
            <a:ext cx="4714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Choosing the right variables that influence the outcome while discarding irrelevant noise that could confuse the model. Less is often more in classic ML.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Extraction and Selection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1905000" y="1333500"/>
            <a:ext cx="8382000" cy="2559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 model is only as good as the inputs it learns from. The goal is to generalize patterns, not memorize them.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005387" y="4179093"/>
            <a:ext cx="2181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— The Overfitting Trap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428750" y="1619250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10287000" y="3798093"/>
            <a:ext cx="476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845915"/>
            <a:ext cx="5476875" cy="4631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45915"/>
            <a:ext cx="5476875" cy="463108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644128" y="3342233"/>
            <a:ext cx="49506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Discriminative Models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762000" y="4037558"/>
            <a:ext cx="4714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Learn the boundaries </a:t>
            </a: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between</a:t>
            </a: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classes to categorize data. They excel at predicting labels, such as determining if an image contains a cat or a dog based on features.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6597253" y="3342233"/>
            <a:ext cx="495061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Generative Models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715125" y="4037558"/>
            <a:ext cx="4714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Learn the fundamental characteristics of the data itself to create brand-new, synthetic examples from scratch by understanding the underlying probability distribution.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Deep Networks &amp; Architectures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381000" y="2017365"/>
            <a:ext cx="5476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Transformers</a:t>
            </a: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are the leading architecture behind today's generative AI boom.</a:t>
            </a:r>
            <a:endParaRPr/>
          </a:p>
        </p:txBody>
      </p:sp>
      <p:pic>
        <p:nvPicPr>
          <p:cNvPr descr="image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650" y="1855440"/>
            <a:ext cx="5457825" cy="461203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11082635" y="1931640"/>
            <a:ext cx="642639" cy="18097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Getty Images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762000" y="2874615"/>
            <a:ext cx="5095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How They Work:</a:t>
            </a: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They use attention mechanisms to understand the context of an entire sequence all at once, allowing them to predict and generate highly coherent text or data.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62000" y="3836640"/>
            <a:ext cx="50958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Challenge:</a:t>
            </a:r>
            <a:r>
              <a:rPr b="0" i="0" lang="en-US" sz="13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They require massive amounts of carefully selected data to generate quality output. Understanding how they can sometimes generate hallucinated information is key to safe deployment.</a:t>
            </a:r>
            <a:endParaRPr/>
          </a:p>
        </p:txBody>
      </p:sp>
      <p:pic>
        <p:nvPicPr>
          <p:cNvPr descr="image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91271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87474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381000" y="381000"/>
            <a:ext cx="11811000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Generative Frontier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/>
        </p:nvSpPr>
        <p:spPr>
          <a:xfrm>
            <a:off x="4156500" y="2490775"/>
            <a:ext cx="3879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